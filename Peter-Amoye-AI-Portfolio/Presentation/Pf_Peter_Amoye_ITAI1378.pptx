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c8032027254fdb" /><Relationship Type="http://schemas.openxmlformats.org/officeDocument/2006/relationships/extended-properties" Target="/docProps/app.xml" Id="Rd2467615266c4de6" /><Relationship Type="http://schemas.openxmlformats.org/officeDocument/2006/relationships/officeDocument" Target="/ppt/presentation.xml" Id="R65dea45373b145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be5285048d428d"/>
  </p:sldMasterIdLst>
  <p:notesMasterIdLst>
    <p:notesMasterId xmlns:r="http://schemas.openxmlformats.org/officeDocument/2006/relationships" r:id="R9c20dfcc70844945"/>
  </p:notesMasterIdLst>
  <p:sldIdLst>
    <p:sldId xmlns:r="http://schemas.openxmlformats.org/officeDocument/2006/relationships" id="256" r:id="R96245da5ebab4c12"/>
    <p:sldId xmlns:r="http://schemas.openxmlformats.org/officeDocument/2006/relationships" id="257" r:id="Rde0a289318ef4784"/>
    <p:sldId xmlns:r="http://schemas.openxmlformats.org/officeDocument/2006/relationships" id="258" r:id="R9cf223978681454c"/>
    <p:sldId xmlns:r="http://schemas.openxmlformats.org/officeDocument/2006/relationships" id="259" r:id="R6b773626a7484937"/>
    <p:sldId xmlns:r="http://schemas.openxmlformats.org/officeDocument/2006/relationships" id="260" r:id="R97dbc4ea88ee43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aeaa0945424f37" /><Relationship Type="http://schemas.openxmlformats.org/officeDocument/2006/relationships/slideMaster" Target="/ppt/slideMasters/slideMaster1.xml" Id="Rd0be5285048d428d" /><Relationship Type="http://schemas.openxmlformats.org/officeDocument/2006/relationships/notesMaster" Target="/ppt/notesMasters/notesMaster1.xml" Id="R9c20dfcc70844945" /><Relationship Type="http://schemas.openxmlformats.org/officeDocument/2006/relationships/presProps" Target="/ppt/presProps.xml" Id="R82fe79d89b8c4f11" /><Relationship Type="http://schemas.openxmlformats.org/officeDocument/2006/relationships/tableStyles" Target="/ppt/tableStyles.xml" Id="Ra89caeab7d0d4aa4" /><Relationship Type="http://schemas.openxmlformats.org/officeDocument/2006/relationships/slide" Target="/ppt/slides/slide1.xml" Id="R96245da5ebab4c12" /><Relationship Type="http://schemas.openxmlformats.org/officeDocument/2006/relationships/slide" Target="/ppt/slides/slide2.xml" Id="Rde0a289318ef4784" /><Relationship Type="http://schemas.openxmlformats.org/officeDocument/2006/relationships/slide" Target="/ppt/slides/slide3.xml" Id="R9cf223978681454c" /><Relationship Type="http://schemas.openxmlformats.org/officeDocument/2006/relationships/slide" Target="/ppt/slides/slide4.xml" Id="R6b773626a7484937" /><Relationship Type="http://schemas.openxmlformats.org/officeDocument/2006/relationships/slide" Target="/ppt/slides/slide5.xml" Id="R97dbc4ea88ee43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695d7b4f3443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e6d860abf411a" /><Relationship Type="http://schemas.openxmlformats.org/officeDocument/2006/relationships/notesMaster" Target="/ppt/notesMasters/notesMaster1.xml" Id="R597a2cd9e8d14e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bcfe724de47fc" /><Relationship Type="http://schemas.openxmlformats.org/officeDocument/2006/relationships/notesMaster" Target="/ppt/notesMasters/notesMaster1.xml" Id="R58831745bab947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88fad073014f6c" /><Relationship Type="http://schemas.openxmlformats.org/officeDocument/2006/relationships/notesMaster" Target="/ppt/notesMasters/notesMaster1.xml" Id="R80fa301d2d7241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65a5fb03e945bd" /><Relationship Type="http://schemas.openxmlformats.org/officeDocument/2006/relationships/notesMaster" Target="/ppt/notesMasters/notesMaster1.xml" Id="Rf2b574eeff864c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7980f3726d4af9" /><Relationship Type="http://schemas.openxmlformats.org/officeDocument/2006/relationships/notesMaster" Target="/ppt/notesMasters/notesMaster1.xml" Id="Rbdead25e942641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portfolio as evidence of practical AI skills connected to real operating environments.</a:t>
            </a:r>
          </a:p>
          <a:p xmlns:a="http://schemas.openxmlformats.org/drawingml/2006/main">
            <a:r>
              <a:t>The GitHub repository link is displayed on the opening slide.</a:t>
            </a:r>
          </a:p>
          <a:p xmlns:a="http://schemas.openxmlformats.org/drawingml/2006/main">
            <a:r>
              <a:t>[Sources] Hero visual: original AI-generated image created for this portfolio; no external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portfolio is not only a list of software tools; it connects AI with prior field and infrastructure experience.</a:t>
            </a:r>
          </a:p>
          <a:p xmlns:a="http://schemas.openxmlformats.org/drawingml/2006/main">
            <a:r>
              <a:t>[Sources] Skills are based on the student's completed coursework and professional background.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74 is close to the manual count of 73, while 79 suggests more track fragmentation or reassignment.</a:t>
            </a:r>
          </a:p>
          <a:p xmlns:a="http://schemas.openxmlformats.org/drawingml/2006/main">
            <a:r>
              <a:t>One likely switch occurred around frames 81–83, when ID 19 disappeared and ID 135 appeared nearby.</a:t>
            </a:r>
          </a:p>
          <a:p xmlns:a="http://schemas.openxmlformats.org/drawingml/2006/main">
            <a:r>
              <a:t>[Sources] Student's executed ITAI 1378 Lab 10 notebook and manual video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Traffic Monitoring Agent is the capstone and primary showcase.</a:t>
            </a:r>
          </a:p>
          <a:p xmlns:a="http://schemas.openxmlformats.org/drawingml/2006/main">
            <a:r>
              <a:t>YOLO tracking demonstrates evidence-based comparison; the VLM project demonstrates multimodal AI.</a:t>
            </a:r>
          </a:p>
          <a:p xmlns:a="http://schemas.openxmlformats.org/drawingml/2006/main">
            <a:r>
              <a:t>[Sources] Student's ITAI 1378 portfolio project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the reviewer to open the public GitHub repository and inspect the executed notebooks and project documentation.</a:t>
            </a:r>
          </a:p>
          <a:p xmlns:a="http://schemas.openxmlformats.org/drawingml/2006/main">
            <a:r>
              <a:t>The GitHub, LinkedIn, and email links are included for follow-up.</a:t>
            </a:r>
          </a:p>
          <a:p xmlns:a="http://schemas.openxmlformats.org/drawingml/2006/main">
            <a:r>
              <a:t>[Sources] Contact details to be supplied by the student.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ba29949774a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9102a1fec84f46" /><Relationship Type="http://schemas.openxmlformats.org/officeDocument/2006/relationships/slideLayout" Target="/ppt/slideLayouts/slideLayout1.xml" Id="Rf28aa8c17edf45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8aa8c17edf45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3caa612c445c5" /><Relationship Type="http://schemas.openxmlformats.org/officeDocument/2006/relationships/hyperlink" Target="https://github.com/Amoyeola/Peter-Amoye-AI-Portfolio" TargetMode="External" Id="R6095069b7cc6425e" /><Relationship Type="http://schemas.openxmlformats.org/officeDocument/2006/relationships/image" Target="/ppt/media/image.png" Id="R4b3e4b0542634f4e" /><Relationship Type="http://schemas.openxmlformats.org/officeDocument/2006/relationships/notesSlide" Target="/ppt/notesSlides/notesSlide1.xml" Id="R496a1886775045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c027ca0e04e9f" /><Relationship Type="http://schemas.openxmlformats.org/officeDocument/2006/relationships/notesSlide" Target="/ppt/notesSlides/notesSlide2.xml" Id="Rdc5e3e9e7465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0027a84d24a8f" /><Relationship Type="http://schemas.openxmlformats.org/officeDocument/2006/relationships/notesSlide" Target="/ppt/notesSlides/notesSlide3.xml" Id="Rfa234cc65f5148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c67cedfd74e8c" /><Relationship Type="http://schemas.openxmlformats.org/officeDocument/2006/relationships/notesSlide" Target="/ppt/notesSlides/notesSlide4.xml" Id="Rab0beb6fbc1f4e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7194920194fc9" /><Relationship Type="http://schemas.openxmlformats.org/officeDocument/2006/relationships/hyperlink" Target="https://github.com/Amoyeola/Peter-Amoye-AI-Portfolio" TargetMode="External" Id="Rab8b816dad93490c" /><Relationship Type="http://schemas.openxmlformats.org/officeDocument/2006/relationships/hyperlink" Target="https://www.linkedin.com/in/peter-amoye-b3b052385" TargetMode="External" Id="R6e9bd6ac5da043fe" /><Relationship Type="http://schemas.openxmlformats.org/officeDocument/2006/relationships/hyperlink" Target="mailto:amoyeola@gmail.com" TargetMode="External" Id="Rf11c1250fc45478a" /><Relationship Type="http://schemas.openxmlformats.org/officeDocument/2006/relationships/notesSlide" Target="/ppt/notesSlides/notesSlide5.xml" Id="R496568ab1e0548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69BD5-9A8A-4778-83E8-5F5C7E2B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AAC18-3BC4-416D-A0FA-78F21CDA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4E5C4-D044-4331-B5C8-6E7AEF18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APPLIED AI &amp; ROBOTICS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3BF05-0E5D-4432-BABD-C0970A6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4905375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5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Applied AI
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29E51-0D41-45C6-9DA7-F0D1CBAE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90537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Ebunola Amoye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Computer vision • intelligent automation • field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1CF25-3587-4CC9-AC2D-6C3C6DF5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0537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u="sng">
                <a:solidFill>
                  <a:srgbClr val="3D8DFF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6095069b7cc6425e"/>
              </a:rPr>
              <a:t>github.com/Amoyeola/Peter-Amoye-AI-Portfolio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e4b0542634f4e"/>
          <a:srcRect xmlns:a="http://schemas.openxmlformats.org/drawingml/2006/main" l="0" t="16323" r="0" b="163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39377-23A9-4CD3-B5E9-A51A83D9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/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875680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1E97D42-2D57-498A-878A-C19919F1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CE445B5-886D-4CA3-8327-D14266CE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 experience connects AI models with real operating systems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AFB4C4BC-7FC9-4058-8524-68B95195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YOLO • OpenCV • tracking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50510E0-B7F6-4295-9AEC-2916111D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VISION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8A2D7B59-9878-486B-8547-A5EC0B0C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PyTorch • CLIP • BLIP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FDF6442-1E0A-4C07-9B0C-CD0781D9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MODELS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10C82C5-A493-416D-9088-1B3B4B35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Python • Colab • GitHub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74ECF23D-E99E-47C0-B33D-ECB185E4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E9CCC9DA-396E-41A5-9C96-E5C3FC9D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Traffic • ports • field systems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D9F8EBEB-9ABE-4A75-9337-F0A4857F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DOMAIN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928C4CB3-71C5-4991-A9BA-C6C6EFF5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Practical focus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 combine applied AI training with electrical, telecommunications, field-service, and technical-operations experience.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 goal is to build reliable systems that support transportation, infrastructure, safety, and automation.</a:t>
            </a:r>
          </a:p>
        </p:txBody>
      </p:sp>
    </p:spTree>
    <p:extLst>
      <p:ext uri="{BB962C8B-B14F-4D97-AF65-F5344CB8AC3E}">
        <p14:creationId xmlns:p14="http://schemas.microsoft.com/office/powerpoint/2010/main" val="5181413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3EF09E0-716C-4E02-9A44-F6B2E8FA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F8C9158A-D156-49CC-AF96-EBACB402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A459658-1BEB-4F6F-B1AB-A926DAE9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97AA96D-4A70-4463-8A3B-5057C9D2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4BF4264-4793-4EE2-A661-2CC6945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Tracker comparison turns raw IDs into an engineering finding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C8245F0-100C-4877-B96B-3F4F8944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Manual count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3A769A0-1BAD-4185-A5CC-57F6DE99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ByteTrack IDs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8A43451-E2F4-4013-9F0D-0DB63249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BoT-SORT IDs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7B1B98B-A211-4D09-B2F8-9EA648F0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DC5E8302-9318-42C6-8D9A-5BF37A29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0FE901C-19BA-4A96-9BE1-B2D94942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79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5E09F67-AAC9-49AC-98E5-74B7DE70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YOLO VIDEO OBJECT TRACKING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 ran ByteTrack and BoT-SORT on the same ten-second video, counted people manually, and investigated short tracks and identity switches. BoT-SORT came closest to the observed count.</a:t>
            </a:r>
          </a:p>
        </p:txBody>
      </p:sp>
    </p:spTree>
    <p:extLst>
      <p:ext uri="{BB962C8B-B14F-4D97-AF65-F5344CB8AC3E}">
        <p14:creationId xmlns:p14="http://schemas.microsoft.com/office/powerpoint/2010/main" val="18996137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14854D3-48CC-47FC-BB90-FB37D3A9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80A3958-BBD1-4808-9FD0-A0738EA7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projects demonstrate breadth across modern computer vision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D74B9FCF-72D3-482E-BF5B-3B837EB9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SmartFlow Traffic Agent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FB3AB5D-C1C5-4192-BDAC-92761A25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66BAA3E1-BC01-46C5-ABF4-17744135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YOLO Video Tracking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5F5B0E2-2321-4CBA-BF8C-D2F6F13A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608603B-51D4-455E-9068-D4E3DB2A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CLIP &amp; BLIP VLMs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DCDBC3FE-9D27-40F2-BE1E-1CA672C0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545166E6-76D7-486F-AC67-61700367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Documented • reproducible • applied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62CF8B46-CD2B-4B2C-9454-FF25B1CF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VALUE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543E03AC-7749-4732-81DF-3691F7C5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Featured work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repository folder includes the executed notebook, a clear README, dataset guidance, key findings, and representative results.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work progresses from visual understanding to temporal tracking and decision-oriented analytics.</a:t>
            </a:r>
          </a:p>
        </p:txBody>
      </p:sp>
    </p:spTree>
    <p:extLst>
      <p:ext uri="{BB962C8B-B14F-4D97-AF65-F5344CB8AC3E}">
        <p14:creationId xmlns:p14="http://schemas.microsoft.com/office/powerpoint/2010/main" val="12937505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29D5B3C-136C-49A3-8C9C-24D6C186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Explore the work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2032F4A-E959-4E90-AFA6-E1332202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u="sng">
                <a:solidFill>
                  <a:srgbClr val="3D8DFF"/>
                </a:solidFill>
                <a:hlinkClick xmlns:r="http://schemas.openxmlformats.org/officeDocument/2006/relationships" r:id="Rab8b816dad93490c"/>
              </a:rPr>
              <a:t>Open my GitHub portfolio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u="sng">
                <a:solidFill>
                  <a:srgbClr val="000000"/>
                </a:solidFill>
                <a:hlinkClick xmlns:r="http://schemas.openxmlformats.org/officeDocument/2006/relationships" r:id="R6e9bd6ac5da043fe"/>
              </a:rPr>
              <a:t>View my LinkedIn profile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hlinkClick xmlns:r="http://schemas.openxmlformats.org/officeDocument/2006/relationships" r:id="Rf11c1250fc45478a"/>
              </a:rPr>
              <a:t>amoyeola@gmail.com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AE9BC64-3167-45B9-82AC-18BAD739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2114098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2026-08-09T05:32:03.5710000Z</dcterms:created>
  <dcterms:modified xsi:type="dcterms:W3CDTF">2026-08-09T05:32:03.5710000Z</dcterms:modified>
</coreProperties>
</file>